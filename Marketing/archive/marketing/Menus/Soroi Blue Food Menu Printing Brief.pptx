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89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7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463040"/>
            <a:ext cx="8321040" cy="2286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566160"/>
            <a:ext cx="8321040" cy="2286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Printing Brief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Menu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Size: A4 (21 × 29.7 cm)  |  11 Pages  |  Quantity: 25 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print production —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685800"/>
            <a:ext cx="58064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822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210 × 297 mm (21 × 29.7 cm)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5806440" cy="6675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90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490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Side Print — 11 Pages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020824"/>
            <a:ext cx="58064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579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1579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250gsm Art 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2688336"/>
            <a:ext cx="5806440" cy="6675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825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825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(CMYK)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3355848"/>
            <a:ext cx="58064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493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Waxed × 2 Sides, Trimmed to Size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4023360"/>
            <a:ext cx="5806440" cy="6675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DIMENSIONS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50408" y="1069848"/>
            <a:ext cx="1920240" cy="2715768"/>
          </a:xfrm>
          <a:prstGeom prst="rect">
            <a:avLst/>
          </a:prstGeom>
          <a:solidFill>
            <a:srgbClr val="BBCFE8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005840"/>
            <a:ext cx="1920240" cy="2715768"/>
          </a:xfrm>
          <a:prstGeom prst="rect">
            <a:avLst/>
          </a:prstGeom>
          <a:solidFill>
            <a:srgbClr val="E9F5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67528" y="187909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0" y="1997964"/>
            <a:ext cx="502920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67528" y="261061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2729484"/>
            <a:ext cx="502920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0" y="777240"/>
            <a:ext cx="1920240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530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1005840"/>
            <a:ext cx="0" cy="2715768"/>
          </a:xfrm>
          <a:prstGeom prst="line">
            <a:avLst/>
          </a:prstGeom>
          <a:noFill/>
          <a:ln w="12700">
            <a:solidFill>
              <a:srgbClr val="1A57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2265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 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103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914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Notes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size: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1417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210 × 297 mm (finished, trimmed)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1828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mm on all sides (artwork must extend 3 mm beyond trim edge)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240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2240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mm inside trim edge — keep all critical text and logos within this boundary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6517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mode: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— ensure all files are in CMYK, not RGB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74520" y="3474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DPI minimum at finished A4 size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3886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Press-ready PDF (PDF/X-1a or PDF/X-4 preferred)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PUNCH SPECIFICATION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1024128"/>
            <a:ext cx="1920240" cy="2715768"/>
          </a:xfrm>
          <a:prstGeom prst="rect">
            <a:avLst/>
          </a:prstGeom>
          <a:solidFill>
            <a:srgbClr val="BBCFE8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960120"/>
            <a:ext cx="1920240" cy="2715768"/>
          </a:xfrm>
          <a:prstGeom prst="rect">
            <a:avLst/>
          </a:prstGeom>
          <a:solidFill>
            <a:srgbClr val="E9F5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960120"/>
            <a:ext cx="265176" cy="2715768"/>
          </a:xfrm>
          <a:prstGeom prst="rect">
            <a:avLst/>
          </a:prstGeom>
          <a:solidFill>
            <a:srgbClr val="D4E8F7">
              <a:alpha val="70000"/>
            </a:srgbClr>
          </a:solidFill>
          <a:ln w="12700">
            <a:solidFill>
              <a:srgbClr val="D4E8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280160" y="2318004"/>
            <a:ext cx="1920240" cy="0"/>
          </a:xfrm>
          <a:prstGeom prst="line">
            <a:avLst/>
          </a:prstGeom>
          <a:noFill/>
          <a:ln w="12700">
            <a:solidFill>
              <a:srgbClr val="C4A265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3264408" y="21991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84732" y="182422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52244"/>
            <a:ext cx="658368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-228600" y="17876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4732" y="255574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83764"/>
            <a:ext cx="658368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-228600" y="25191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50492" y="1952244"/>
            <a:ext cx="0" cy="731520"/>
          </a:xfrm>
          <a:prstGeom prst="line">
            <a:avLst/>
          </a:prstGeom>
          <a:noFill/>
          <a:ln w="12700">
            <a:solidFill>
              <a:srgbClr val="C4A2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5356" y="219913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05356" y="165963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68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 5–6 mm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49040" y="85039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 Punch Details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03320" y="1353312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399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1399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— binding edge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1810512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8562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holes: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18562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holes (standard office 2-hole punch)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2267712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313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diameter: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23134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mm – 6 mm (standard punch)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2724912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770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spacing: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2770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mm centre-to-centre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3182112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227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on page: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0" y="32278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centred on A4 height (148.5 mm from top/bottom) — Hole 1 at 108.5 mm, Hole 2 at 188.5 mm from top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74904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794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margin: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0" y="3794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mm from left trim edge to artwork — keep all content clear of binding margin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420624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251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4251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insertion into a ring binder / menu folder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03320" y="466344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4709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0" y="4709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drill / punch AFTER trimming to finished size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03320" y="4690872"/>
            <a:ext cx="5212080" cy="320040"/>
          </a:xfrm>
          <a:prstGeom prst="rect">
            <a:avLst/>
          </a:prstGeom>
          <a:solidFill>
            <a:srgbClr val="FFF8E8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471830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Ensure bleed on the left edge accounts for the binding margin. Do not punch through any printed text or logo.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SUPPLY &amp; PRE-PRESS CHECKLIST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Supply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Press-ready PDF (PDF/X-1a or PDF/X-4)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46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colour mode — no RGB or Pantone unless agreed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DPI minimum at finished A4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32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mm bleed on all four sides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marks and bleed marks included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19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fonts embedded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12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page — 11 PDF files total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05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naming: SoroiBlue_FoodMenu_Page[01–11].pdf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5720" cy="4160520"/>
          </a:xfrm>
          <a:prstGeom prst="rect">
            <a:avLst/>
          </a:prstGeom>
          <a:solidFill>
            <a:srgbClr val="D5E8F5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Proofing &amp; Sign-off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138988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 proof required before press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78308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7465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Hard-copy colour proof required before press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17627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1396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 Soroi Collection before printing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569464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4648" y="2532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permitted after sign-off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962656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Soft-proofing profile: ISO Coated v2 (ECI)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35584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files delivered via WeTransfer or Dropbox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74904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queries (see contact slide)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14223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4105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to Diani — confirm logistics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7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CONTACT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43E6E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76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7876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Menu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2066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210 × 297 mm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454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3454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Pages (1 Side Print)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24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624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250gsm Art 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9032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9032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CMYK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Wax × 2 Sides + Trim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610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Punch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34610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holes, left edge, 80mm spacing, ⌀5–6mm, centred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739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3739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914400"/>
            <a:ext cx="4114800" cy="3474720"/>
          </a:xfrm>
          <a:prstGeom prst="rect">
            <a:avLst/>
          </a:prstGeom>
          <a:solidFill>
            <a:srgbClr val="143E6E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Soroi Collection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9385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reservations@soroi.com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+254 754 351 908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5420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www.soroi.com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84378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1455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print queries, please quote: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44728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"Soroi Blue Diani — Food Menu"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7490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attach this brief.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artwork and files remain the property of the Soroi Collection. This brief is confidential.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Macintosh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Soroi Blue Diani – Food Menu Printing Brief</dc:title>
  <dc:subject>PptxGenJS Presentation</dc:subject>
  <dc:creator>PptxGenJS</dc:creator>
  <cp:lastModifiedBy>Microsoft Office User</cp:lastModifiedBy>
  <cp:revision>1</cp:revision>
  <dcterms:created xsi:type="dcterms:W3CDTF">2026-06-02T10:12:50Z</dcterms:created>
  <dcterms:modified xsi:type="dcterms:W3CDTF">2026-06-02T10:15:25Z</dcterms:modified>
</cp:coreProperties>
</file>