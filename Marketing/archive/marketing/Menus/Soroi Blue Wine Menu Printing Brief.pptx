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6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7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463040"/>
            <a:ext cx="8321040" cy="2286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566160"/>
            <a:ext cx="8321040" cy="2286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Printing Brief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 Menu — Wine List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Size: 17 × 25 cm  |  Extent: 11 Sides  |  Quantity: 25 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print production —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502920"/>
            <a:ext cx="5806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594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594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× 25 cm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5806440" cy="594360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Side Print — 11 Sides 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691640"/>
            <a:ext cx="5806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250gsm Art 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2286000"/>
            <a:ext cx="5806440" cy="594360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Colour (CMYK)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2880360"/>
            <a:ext cx="5806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971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Waxed × 2 Sides, Trimmed to Size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3474720"/>
            <a:ext cx="5806440" cy="594360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566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4069080"/>
            <a:ext cx="5806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160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4160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14,000/= + VAT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DIMENSIONS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67528" y="1161288"/>
            <a:ext cx="1865376" cy="2743200"/>
          </a:xfrm>
          <a:prstGeom prst="rect">
            <a:avLst/>
          </a:prstGeom>
          <a:solidFill>
            <a:srgbClr val="BBCFE8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1097280"/>
            <a:ext cx="1865376" cy="2743200"/>
          </a:xfrm>
          <a:prstGeom prst="rect">
            <a:avLst/>
          </a:prstGeom>
          <a:solidFill>
            <a:srgbClr val="E9F5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4648" y="191109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2029968"/>
            <a:ext cx="502920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184648" y="278892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907792"/>
            <a:ext cx="502920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303520" y="868680"/>
            <a:ext cx="1865376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62179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06056" y="1097280"/>
            <a:ext cx="0" cy="2743200"/>
          </a:xfrm>
          <a:prstGeom prst="line">
            <a:avLst/>
          </a:prstGeom>
          <a:noFill/>
          <a:ln w="12700">
            <a:solidFill>
              <a:srgbClr val="1A57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0064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914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 Notes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size: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14173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× 25 cm (finished, trimmed)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18288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mm on all sides (artwork must extend 3 mm beyond the trim edge)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2402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74520" y="2240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mm inside the trim edge — keep all critical text and logos within this boundary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26517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063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mode: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— ensure all files are in CMYK, not RGB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474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74520" y="3474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DPI minimum at finished size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38862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Press-ready PDF (PDF/X-1a or PDF/X-4 preferred)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PUNCH SPECIFICATION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069848"/>
            <a:ext cx="1865376" cy="2743200"/>
          </a:xfrm>
          <a:prstGeom prst="rect">
            <a:avLst/>
          </a:prstGeom>
          <a:solidFill>
            <a:srgbClr val="BBCFE8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005840"/>
            <a:ext cx="1865376" cy="2743200"/>
          </a:xfrm>
          <a:prstGeom prst="rect">
            <a:avLst/>
          </a:prstGeom>
          <a:solidFill>
            <a:srgbClr val="E9F5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005840"/>
            <a:ext cx="265176" cy="2743200"/>
          </a:xfrm>
          <a:prstGeom prst="rect">
            <a:avLst/>
          </a:prstGeom>
          <a:solidFill>
            <a:srgbClr val="D4E8F7">
              <a:alpha val="70000"/>
            </a:srgbClr>
          </a:solidFill>
          <a:ln w="12700">
            <a:solidFill>
              <a:srgbClr val="D4E8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051560"/>
            <a:ext cx="265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550" dirty="0"/>
          </a:p>
          <a:p>
            <a:pPr marL="0" indent="0" algn="ctr">
              <a:buNone/>
            </a:pPr>
            <a:r>
              <a:rPr lang="en-US" sz="5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193292" y="1810512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38528"/>
            <a:ext cx="658368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-320040" y="177393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93292" y="268833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816352"/>
            <a:ext cx="658368" cy="0"/>
          </a:xfrm>
          <a:prstGeom prst="line">
            <a:avLst/>
          </a:prstGeom>
          <a:noFill/>
          <a:ln w="12700">
            <a:solidFill>
              <a:srgbClr val="1A5799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-320040" y="2651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22476" y="1810512"/>
            <a:ext cx="0" cy="256032"/>
          </a:xfrm>
          <a:prstGeom prst="line">
            <a:avLst/>
          </a:prstGeom>
          <a:noFill/>
          <a:ln w="12700">
            <a:solidFill>
              <a:srgbClr val="C4A2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9052" y="1755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A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⌀ 5–6 mm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49040" y="868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Hole Punch Details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1417320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463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1463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 — binding edge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03320" y="1874520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920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holes: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1920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holes (standard office 2-hole punch pattern)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03320" y="2331720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377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diameter: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2377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mm – 6 mm (standard punch)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2788920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spacing: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0" y="28346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mm centre-to-centre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03320" y="3246120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291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hole centre: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32918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85 mm from top edge of finished page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03320" y="3703320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37490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margin: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0" y="37490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12 mm from left trim edge to text/artwork — keep all content clear of binding margin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4160520"/>
            <a:ext cx="5212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206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0" y="42062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insertion into a ring binder / menu folder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03320" y="4617720"/>
            <a:ext cx="5212080" cy="438912"/>
          </a:xfrm>
          <a:prstGeom prst="rect">
            <a:avLst/>
          </a:prstGeom>
          <a:solidFill>
            <a:srgbClr val="EBF4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4663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0" y="4663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drill / punch AFTER trimming to finished size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03320" y="4663440"/>
            <a:ext cx="5212080" cy="347472"/>
          </a:xfrm>
          <a:prstGeom prst="rect">
            <a:avLst/>
          </a:prstGeom>
          <a:solidFill>
            <a:srgbClr val="FFF8E8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470001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Ensure bleed on the left edge accounts for the binding margin. Do not punch through any printed text or logo.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SUPPLY &amp; PRE-PRESS CHECKLIST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Supply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Press-ready PDF (PDF/X-1a or PDF/X-4)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465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colour mode — no RGB or Pantone unless agreed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39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DPI minimum at finished 17 × 25 cm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32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mm bleed on all four sides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marks and bleed marks included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19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fonts embedded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124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side — 11 PDF files total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1056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naming: SoroiBlue_WineMenu_Side[01–11].pdf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5720" cy="4160520"/>
          </a:xfrm>
          <a:prstGeom prst="rect">
            <a:avLst/>
          </a:prstGeom>
          <a:solidFill>
            <a:srgbClr val="D5E8F5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Proofing &amp; Sign-off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92040" y="138988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1353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PDF proof required before press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178308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17465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Hard-copy colour proof required before press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17627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21396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by Soroi Collection before printing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569464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84648" y="2532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permitted after sign-off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2962656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84648" y="2926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Soft-proofing profile: ISO Coated v2 (ECI)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355848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files delivered via WeTransfer or Dropbox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749040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4648" y="3712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 queries (see contact slide)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142232"/>
            <a:ext cx="201168" cy="201168"/>
          </a:xfrm>
          <a:prstGeom prst="rect">
            <a:avLst/>
          </a:prstGeom>
          <a:solidFill>
            <a:srgbClr val="EBF4FF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4648" y="41056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to Diani — confirm logistics separately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7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CONTACT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143E6E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65960" y="1508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739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773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 Menu — Wine List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2039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× 25 cm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042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2304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Sides (1 Side Print)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694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25694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250gsm Art 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2834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Colour CMYK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09981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Wax × 2 Sides + Trim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3649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Punch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65960" y="3364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holes, left edge, 80mm spacing, ⌀5–6mm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630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3630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8953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38953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14,000/= + VAT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914400"/>
            <a:ext cx="4114800" cy="3474720"/>
          </a:xfrm>
          <a:prstGeom prst="rect">
            <a:avLst/>
          </a:prstGeom>
          <a:solidFill>
            <a:srgbClr val="143E6E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A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536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Soroi Collection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19385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reservations@soroi.com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24028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+254 754 351 908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54203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www.soroi.com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84378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14553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print queries, please quote: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344728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"Soroi Blue Diani — Wine Menu"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7490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attach this brief.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artwork and files remain the property of the Soroi Collection. This brief is confidential.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Macintosh PowerPoint</Application>
  <PresentationFormat>On-screen Show (16:9)</PresentationFormat>
  <Paragraphs>123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Soroi Blue Diani – Wine Menu Printing Brief</dc:title>
  <dc:subject>PptxGenJS Presentation</dc:subject>
  <dc:creator>PptxGenJS</dc:creator>
  <cp:lastModifiedBy>Microsoft Office User</cp:lastModifiedBy>
  <cp:revision>1</cp:revision>
  <dcterms:created xsi:type="dcterms:W3CDTF">2026-06-02T10:04:54Z</dcterms:created>
  <dcterms:modified xsi:type="dcterms:W3CDTF">2026-06-02T10:05:59Z</dcterms:modified>
</cp:coreProperties>
</file>